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iEjDlOtm7TYZs1QomRAOUc8OBa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59129485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5912948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2a8a0acb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2a8a0acb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7345d1660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7345d166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fBL6nZeyd2ymxSGk7tm-8L6_wIS04nXh/view" TargetMode="External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86" name="Google Shape;86;p1" title="Screenshot 2025-08-22 0707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2" title="Screenshot 2025-08-26 0523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3" title="Screenshot 2025-08-22 0650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4" title="Screenshot 2025-08-22 0651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59129485b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759129485b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g3759129485b_0_0" title="Screenshot 2025-08-22 0653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5" title="Screenshot 2025-08-22 0731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4675" y="0"/>
            <a:ext cx="92533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2a8a0acb5_1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Video</a:t>
            </a:r>
            <a:endParaRPr/>
          </a:p>
        </p:txBody>
      </p:sp>
      <p:sp>
        <p:nvSpPr>
          <p:cNvPr id="127" name="Google Shape;127;g382a8a0acb5_1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g382a8a0acb5_1_0" title="Screenshot 2025-08-22 0653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382a8a0acb5_1_0" title="Video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350" y="277763"/>
            <a:ext cx="8403300" cy="630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7345d1660_0_7"/>
          <p:cNvSpPr txBox="1"/>
          <p:nvPr>
            <p:ph type="title"/>
          </p:nvPr>
        </p:nvSpPr>
        <p:spPr>
          <a:xfrm>
            <a:off x="457200" y="846170"/>
            <a:ext cx="8229600" cy="623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b="1" lang="en-US" sz="3500">
                <a:solidFill>
                  <a:schemeClr val="lt1"/>
                </a:solidFill>
              </a:rPr>
              <a:t>Meet The Team </a:t>
            </a:r>
            <a:endParaRPr b="1" sz="3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g377345d1660_0_7" title="Screenshot 2025-08-22 0734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600200"/>
            <a:ext cx="9144000" cy="397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